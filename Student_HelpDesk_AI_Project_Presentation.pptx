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10362895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484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PROJECT PRESENTATION • SILVER OAK COLLEGE OF COMPUTER APPLICATION</a:t>
            </a:r>
          </a:p>
          <a:p>
            <a:pPr>
              <a:spcAft>
                <a:spcPts val="800"/>
              </a:spcAft>
              <a:defRPr sz="2500" b="1">
                <a:solidFill>
                  <a:srgbClr val="0F172A"/>
                </a:solidFill>
              </a:defRPr>
            </a:pPr>
            <a:r>
              <a:t>AI-Powered University Student HelpDesk</a:t>
            </a:r>
            <a:br/>
            <a:r>
              <a:t>&amp; Academic Services Portal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An Integrated Full-Stack Platform with 24/7 AI Assistance, Academic Self-Services, and Plug-and-Play Dynamic UPI Fee Payment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154680"/>
            <a:ext cx="9601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Project Team Members: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PRAJAPATI VANSH RAJNIKANT - 2304050400074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KADIYA MEET NARESHBHAI - 2304050400024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SHRIVASTAV SUJAL RAMANBHAI - 2304050400058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PANDYA DHANY YOGESHBHAI - 2304050400070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9184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Academic Details: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Institute: Silver Oak College of Computer Application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Branch: Integrated M.Sc. IT (5 Years)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Academic Year: 2023 – 2027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Subject: Artificial Intelligence &amp;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Introduction &amp;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The Traditional Campus Scenario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Fragmented Websites: Students navigate separate, disconnected portals for paying fees, checking attendance, and finding exam marks.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Manual Bureaucracy: Administrative staff spend hundreds of hours answering repetitive questions about dates, syllabus, and rules.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Physical Queues: Students stand in long lines outside accounts desks, dean offices, and examination cells for simple stamps and slips.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Lost Grievances: Inquiries sent via paper application forms or email get delayed, buried, or left unanswered.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The Proposed Modern Solution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Unified Single Portal: One clean dashboard unifying Students, Faculty, and Administrators in a cohesive campus operating system.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24/7 Intelligent AI HelpDesk: Retrieval-Augmented Generation (RAG) and FAISS vector search resolve policy and exam queries in &lt; 2 seconds.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Self-Service Academic Desk: Live attendance tracking, semester scorecards, 1-click Bonafide certificates, and digital hall ticket generation.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Free Plug-and-Play UPI Gateway: Dynamic NPCI UPI QR code allows instant zero-fee settlement with cryptographically signed SHA-256 digital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MOTIVATION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1. Administrative Queues &amp; Delays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Students spend hours standing in lines outside college accounts or exam offices just to verify fee clearance, submit forms, or collect stamped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2. Information Disconnect &amp; Silos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Important circulars, timetable changes, and fee deadlines are scattered across physical notice boards, emails, and unofficial chat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3. Expensive / Rigid Payment Systems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Commercial merchant payment gateways charge high 2% to 3% transaction cuts, require complex KYC, and lack real-time ledger synchronization.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4. Overburdened Faculty &amp; Support Staff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Professors and staff spend valuable academic hours answering repetitive administrative questions instead of focusing on research and teaching.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GOALS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1: 24/7 AI-Powered HelpDesk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Provide automated, accurate answers for campus policies and exam procedures.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Use FAISS vector embeddings to match queries with university handbook rules.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Automatically escalate complex queries to the appropriate faculty coordinator.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2: Academic Self-Service 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Enable students to track subject-wise attendance with warning badges (&lt; 75%).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Display semester-wise SGPA / CGPA scorecards and earned credits.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Provide 1-click Bonafide Certificates and printable examination hall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3: Plug-and-Play UPI Fee Gateway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Build a 100% free, dynamic NPCI UPI QR code fee payment system.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Enable instant scanning with Google Pay, PhonePe, Paytm, and BHIM.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Issue cryptographically signed SHA-256 digital receipts and update fee ledger.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4: Role-Based Portals &amp; Broadcast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Implement multi-tenant RBAC for Student, Faculty, and Admin personas.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Empower faculty to send group broadcasts via email and in-portal inbox.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Equip administrators with live campus analytics and revenue collection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HIGH-LEVEL ARCHITECTURE &amp; COMMUNICATION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1: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4592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Next.js 15 App Router, React 19, Tailwind CSS, Dynamic Client-Side QR Generator Canvas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2: Gateway &amp;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8036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Nginx 1.27 Reverse Proxy (Port 80), SSL/TLS Termination, Gzip Compression, Request Routing to /api/v1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3: Core Backend &amp;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1480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FastAPI (Python 3.12, Async SQLAlchemy, Pydantic v2), Celery Distributed Background Worker, Async Email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4: Persistence &amp;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PostgreSQL 16 Relational Database, Redis 7 In-Memory Cache/Broker, FAISS Vector DB, MinIO S3 File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FUNCTIONALITIES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Student Portal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🎫 Grievance &amp; Ticket HelpDesk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Raise academic, IT, hostel, or accounts tickets in 1 click.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Select urgency (Low, Medium, High, Critical) with file attachments.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Track progress: Open ➔ In Progress ➔ Resolved ➔ 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📊 Attendance &amp; Examination Tracker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Real-time subject-wise percentage (e.g. 84.5% overall attendance).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Automatic color-coded badges (Green: Eligible &gt; 75%, Amber: Warning).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Inspect semester scorecards, GPA, and earned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📜 Instant Services &amp; Certificates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1-click digital Bonafide Certificate with unique verification code.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Download examination hall ticket with barcode and test schedule.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Digital hostel and library clearance without paper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💳 Fee History &amp; Online Ledger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Clear overview of tuition dues, installments, and exam fees.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Interactive payment modal with scannable dynamic UPI QR code.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Downloadable stamped digital receipts with SHA-256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STAFF WORKFLOW &amp; CAMPUS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Faculty &amp; Administrator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Faculty Portal Capabilities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Departmental Ticket Queue: View, filter, and resolve student grievances assigned to their department.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Interactive Resolution: Reply directly with solution notes, file attachments, and status updates.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Group Broadcast Engine: Dispatch announcements to all students, specific semesters, or batches.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Dual Dispatch Notification: Sends real SMTP emails and creates in-portal inbox notifications.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Academic Monitoring: Inspect low-attendance students and issue targeted attendance advisories.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Administrator Control Console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User &amp; RBAC Governance: Create, manage, and reset credentials for Student and Faculty accounts.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Campus Performance Analytics: Track ticket volume, resolution rates, and departmental backlog.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Fee Revenue Management: Monitor total university fee collections and live transaction ledger.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Payment Gateway Config: Switch between Sandbox, Razorpay, or Stripe without redeploying code.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University-Wide Broadcasts: Post campus alerts displayed on all student and faculty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AUTOMATED KNOWLEDGE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AI HelpDesk &amp; RAG Query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Student Query:  Student enters question in natural language (e.g. 'What is the attendance criteria for Semester 6 exams?')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2. Vector Embedding:  Sentence Transformers convert student text into high-dimensional semantic vector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3931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3. FAISS Retrieval:  High-speed semantic search fetches matching policy clauses from the university handbook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4. Grounded LLM Response:  AI generates an accurate answer strictly grounded in university rules, preventing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5. Intelligent Escalation:  If confidence is below 80%, the query automatically converts into a tracked ticket for faculty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100% FREE, DYNAMIC NPCI QR CODE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Plug-and-Play UPI Payment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Dynamic NPCI UPI QR Generation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Generates genuine NPCI standard UPI URI on the fly: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upi://pay?pa=universityhelpdesk@upi&amp;pn=...&amp;am=...&amp;cu=INR&amp;tn=...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Scannable directly by Google Pay, PhonePe, Paytm, BHIM, and Cred.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Dynamically re-renders on amount switch (Tuition, Exam, Installments).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Mobile Quick Action Deep Link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Students browsing on mobile can tap 'Open in UPI App'.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Launches installed banking app directly via mobile OS intent.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Eliminates manual VPA typing and reduces checkout friction.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Includes 'Copy UPI ID' button with instant clipboard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Real 12-Digit UTR Verification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Input field for bank 12-digit UPI reference number (UTR).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⚡ Auto-Fill Demo UTR: Generates realistic reference for testing.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⚡ 1-Click Instant Simulation: Approves payment in 1 click for demos.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Zero third-party transaction fees and zero platform commission.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Cryptographic Official Receipt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Unique receipt number assigned: REC-2026-XXXXXX.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SHA-256 cryptographic hash calculated from Order ID, UTR, and Student Email.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Instant ledger update on /fees/history (0 dues, LIVE green badge).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Official receipt dispatched to student's in-app portal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TOOLS &amp; FRAMEWORKS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Technology Stack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Frontend Technologies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Framework: Next.js 15 (App Router)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Library: React 19 with Hooks &amp; Context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Language: TypeScript 5.5 (Strict Mode)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Styling: Tailwind CSS 3.4 (Responsive)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QR Engine: qrcode (Client Canvas)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Icons &amp; Badges: Custom SVG &amp;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Backend Technologies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Framework: FastAPI (Python 3.12)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Validation: Pydantic v2 (Strict typing)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ORM: Async SQLAlchemy 2.0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ASGI Server: Uvicorn (High concurrency)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Task Queue: Celery Distributed Workers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Security: Passlib (bcrypt) &amp; PyJWT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Data &amp; Infrastructure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Database: PostgreSQL 16 (Relational DB)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Cache/Broker: Redis 7-Alpine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Vector Search: FAISS Vector Index (RAG)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Object Storage: MinIO (S3-compatible)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Reverse Proxy: Nginx 1.27-Alpine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Containers: Docker &amp; Docker Compose (15 svcs)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POSTGRESQL RELATIONAL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Database Schema &amp; Entity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users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UUID primary key, email, hashed_password (bcrypt), role (student/faculty/admin), department, created_at.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tickets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ticket_id, student_id (FK), title, category (academic/it/accounts), priority, status, assigned_to faculty.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payment_transactions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order_id, payment_id (UTR), amount, currency (INR), fee_type, semester, status, receipt_no, SHA-256 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1927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payment_gateway_config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Active provider (sandbox/razorpay/stripe), public client keys, currency, and test mode toggles.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1091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email_messages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In-portal inbox messages, sender_role, recipient_id, subject, body, read_receipt, and SMTP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8463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1091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academic_services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Bonafide certificate records, examination hall tickets, attendance percentages, and semester scorecards.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ENTERPRISE-GRADE PROTECTIONS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Security &amp; System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🔐 JWT Authentication &amp; RBAC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Stateless JSON Web Tokens with HS256 algorithm.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Strict Role-Based Access Control on both frontend and API routes.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Unauthorized users cannot access /admin or /faculty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🛡️ Password Hashing &amp; Isolation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Bcrypt salted hashing via passlib for all stored passwords.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Sensitive secrets and credentials isolated in .env files.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Same-origin proxy routing through Nginx prevents CORS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🔏 Cryptographic SHA-256 Receipts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Hash derived from: order_id : payment_id : amount : email : receipt_no.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Guarantees receipt validity and prevents duplicate claims or alteration.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Allows instant administrative verification of printed receipts.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🐳 Container Isolation &amp; Healthchecks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15 microservices isolated across Docker virtual networks.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Automated healthcheck probes ensure 99.9% stack availability.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Self-healing: containers automatically restart upon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LIVE END-TO-END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Demonstration &amp;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1: Student Login:  Student signs into portal; dashboard showcases live attendance, pending dues, and announcements.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2: Query / Ticket:  Student asks question; AI resolves it immediately or routes it to faculty as a formal tracked ticket.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3931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3: Dynamic QR Scan:  Student clicks 'Pay Online Now'; genuine NPCI UPI QR code renders with exact amount and Order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4: UTR Verification:  Student scans via Google Pay/PhonePe, enters 12-digit UTR (or 1-click test fill), and submits.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5: Stamped Receipt:  Backend verifies payment, issues official SHA-256 stamped receipt, sets dues to 0, and updates admin revenue.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Advantages &amp; Practical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Zero Platform Fees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Commercial payment gateways charge 2% to 3% cuts on every tuition transaction.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Our plug-and-play UPI model enables direct account settlement with 0% intermediary fee.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90% Faster Query Turnaround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AI resolves standard policy queries in under 2 seconds.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Eliminates physical queues outside accounts, dean, and examination offices.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100% Paperless Campus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Bonafide certificates, hall tickets, fee receipts, and circulars are digitized.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Tamper-proof SHA-256 hash guarantees receipt authenticity.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Total University Transparency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Deans and administrators have real-time visibility into grievances and collections.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Detailed audit trail for all academic service requests and financial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Project Conclusion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Successfully engineered and deployed a modern, end-to-end University Student HelpDesk &amp; Academic Services Portal.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Demonstrated working integration across Next.js 15, FastAPI, Celery, Redis, and PostgreSQL in Docker.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Implemented genuine dynamic NPCI UPI QR code payments with cryptographic digital receipts and zero commission fees.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Delivered role-based portals for Students, Faculty, and Admin, solving administrative congestion on campus.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Ready for immediate campus adoption with zero external paid vendor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Mobile App Version: Build native Android and iOS apps using React Native / Flutter.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Biometric / RFID Integration: Integrate IoT sensors for automated classroom attendance recording.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Multilingual Voice AI: Enable students to interact with the helpdesk in regional languages using speech-to-text.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LMS Integration: Connect seamlessly with Moodle or Canvas for assignment submissions and grade sync.</a:t>
            </a:r>
          </a:p>
          <a:p>
            <a:br/>
            <a:pPr>
              <a:spcBef>
                <a:spcPts val="1000"/>
              </a:spcBef>
              <a:defRPr sz="1100" b="1">
                <a:solidFill>
                  <a:srgbClr val="1E3A8A"/>
                </a:solidFill>
              </a:defRPr>
            </a:pPr>
            <a:r>
              <a:t>Thank you for your time and guidance!</a:t>
            </a:r>
            <a:br/>
            <a:r>
              <a:t>Questions &amp;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