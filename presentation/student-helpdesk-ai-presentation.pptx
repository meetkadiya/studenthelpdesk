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Requirements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5B617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Fully met</c:v>
                </c:pt>
                <c:pt idx="1">
                  <c:v>Partial</c:v>
                </c:pt>
                <c:pt idx="2">
                  <c:v>Not built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B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/ intro. This presentation covers: the problem, the architecture, the AI pipeline, how the system was verified (not just written), what's genuinely done vs. open, and closes with a live demo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the architecture: manual triage doesn't scale, repeated questions waste faculty time, and there's no learning loop. The system solves this with an AI-first, human-escalation-when-needed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request enters via nginx, hits the FastAPI backend (auth + RBAC enforced server-side), which enqueues an AI job on Redis; ai-worker runs the LangGraph pipeline, retrieving from the FAISS-backed knowledge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two real engineering decisions in the project — deliberately not following the literal spec because the working, tested 4-node design already covers the same ground. Full reasoning is in the assignment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Standard, well-supported choices throughout — nothing exotic. Full versions and rationale are in the Developer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capability is enforced server-side, not just hidden in the UI — the next slide covers exactly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posture is solid where it's built — but the honest-gaps slide later covers what's not done yet (rate limiting, first-admin bootstrap).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AWS account exists for this project yet — the Terraform skeleton (infra/aws/) is real, structurally validated code, just never applied. Cognito and CloudFront are deliberately not provisioned — both optional per the spec, and CloudFront needs a domain we don't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throughline of the whole project's process: every claim of 'done' was backed by an actual run wherever an actual run was possible, and clearly labeled 'structural only' where it wasn't (no Docker daemon / AWS account available).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item-by-item table is in the Assignment Report. Nothing here is aspirational — every checkmark reflects verified, working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was found and flagged deliberately during development — treated as real product decisions, not bugs to quietly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
1) Sign up as a new student, submit a question in a category with no routing rule vs. one with a rule, to show both auto-answer and escalation paths.
2) Show the ticket detail page polling for status updates live.
3) Log in as a seeded faculty account, show the faculty dashboard filtered to routed tickets only, respond.
4) Mark the response verified, then show the admin analytics dashboard's numbers update (escalation rate, auto-resolution rate).
5) Briefly show the admin routing-rules and user-role screens.
Close by acknowledging the disclosed gaps slide again if asked about production-readiness.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801929"/>
            <a:ext cx="499262" cy="4992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49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HelpDesk AI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Cloud-Based, Multi-Agent AI Support Desk for Higher Education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Presentation  ·  Architecture, Engineering Decisions &amp; Live Demo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6035040"/>
            <a:ext cx="38404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AI / RAG Pipeline  ·  Frontend  ·  DevOps &amp;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5" name="Image 0" descr="icons/rout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579980"/>
            <a:ext cx="463601" cy="46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5146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requests bottleneck on faculty availability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566160"/>
            <a:ext cx="594360" cy="59436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8" name="Image 1" descr="icons/exchang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3631540"/>
            <a:ext cx="463601" cy="463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5661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questions get answered from scratch, every time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11" name="Image 2" descr="icons/sitemap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4683100"/>
            <a:ext cx="463601" cy="463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617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routes, tracks, or learns from tickets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309360" y="1600200"/>
            <a:ext cx="5257800" cy="40233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583680" y="2606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icons/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2671420"/>
            <a:ext cx="463601" cy="4636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6640" y="26060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automatically, grounded in a real knowledge base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583680" y="3657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icons/gave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060" y="3722980"/>
            <a:ext cx="463601" cy="46360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06640" y="36576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questions escalate to the right faculty member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583680" y="47091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5" descr="icons/bulb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060" y="4774540"/>
            <a:ext cx="463601" cy="46360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06640" y="47091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faculty answers feed back in — the system keeps learning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talks over defined APIs — no direct database access from the frontend, no cross-module bypass.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tude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8434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5564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Faculty / Admin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0574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frontend, role-aware UI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" y="23500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" y="289499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072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 →  FastAPI 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108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RBAC, business logic, Postgres + Redis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95528" y="3401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39465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8587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ai-worker  (LangGraph)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4160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Specialist → Supervisor → write-back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5528" y="44531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499811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9103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Knowledge Base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417320" y="5212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retrieval, rebuilt on every verified answer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863840" y="1783080"/>
            <a:ext cx="3703320" cy="3520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7863840" y="21488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400" dirty="0"/>
          </a:p>
        </p:txBody>
      </p:sp>
      <p:sp>
        <p:nvSpPr>
          <p:cNvPr id="25" name="Text 19"/>
          <p:cNvSpPr/>
          <p:nvPr/>
        </p:nvSpPr>
        <p:spPr>
          <a:xfrm>
            <a:off x="813816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orchestrated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229600" y="4069080"/>
            <a:ext cx="297180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138160" y="4251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Redis · MinIO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Loki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 · FAISS service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Pipeline — 4 Nodes, One LangGraph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57734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749" y="249356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question into a category and picks a specialist path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172968" y="32004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10712" y="210312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347972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49356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93592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grounded context (RAG / FAISS) and drafts an answer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943600" y="32004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181344" y="210312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118604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gave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13" y="249356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18504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64224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confidence — auto-respond, clarify, or escalate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714232" y="32004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951976" y="210312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9889236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icons/repl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645" y="2493569"/>
            <a:ext cx="499262" cy="4992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89136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34856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the decision, updates the ticket, routes if needed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the original spec described 7 separate agent modules (intent / entity / retrieval / decision / confidence / learning / analytics). After building and testing this 4-node graph, we judged the substance already covered — Router does intent classification, and Supervisor's confidence + decision genuinely is one function, not two. Confirmed independently by the AI track owner before closing.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188412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01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· Tailwind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041" y="1884121"/>
            <a:ext cx="392278" cy="3922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801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(async) · Alembic · PostgreSQL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081" y="1884121"/>
            <a:ext cx="392278" cy="3922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801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676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LangChain · Sentence Transformers · FAISS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01" y="3850081"/>
            <a:ext cx="392278" cy="3922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7673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&amp; Jobs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4434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· Redis · MinIO (S3-compatible storage)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772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s/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041" y="3850081"/>
            <a:ext cx="392278" cy="39227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37673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17720" y="4434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Loki + Promtail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29" name="Shape 22"/>
          <p:cNvSpPr/>
          <p:nvPr/>
        </p:nvSpPr>
        <p:spPr>
          <a:xfrm>
            <a:off x="836676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icons/clou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081" y="3850081"/>
            <a:ext cx="392278" cy="39227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37673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Cloud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66760" y="4434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(dev) · Terraform (AWS skeleton)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Three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203454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tude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007" y="20007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38328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question, get an AI answer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in the same thread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— polling every 5s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5783580" y="1920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/facult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047" y="200070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788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09160" y="338328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only tickets routed to you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escalated questions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response “verified” to teach the AI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62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adm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87" y="200070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2788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category → faculty routing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roles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— volume, confidence, response time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Isolation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1934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562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tokens, bcrypt password hashing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19348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562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RBAC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46520" y="24688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re-checks role via FastAPI dependency injection — never trusted from the client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403799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959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“404, not 403”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4572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that isn't yours returns Not Found — the API never confirms it exists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703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403799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959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46520" y="4572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mutation (role change, routing rule) writes an audit trail row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Strategy: Dev Today, AWS-Ready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dev-tier component has a named, Terraform-mapped AWS production equivalent.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493776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0" y="178308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493776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(Fargate)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4937760" cy="493776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50008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PostgreSQL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235000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350008"/>
            <a:ext cx="493776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50008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916936"/>
            <a:ext cx="4937760" cy="493776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16936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291693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2916936"/>
            <a:ext cx="493776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916936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483864"/>
            <a:ext cx="4937760" cy="493776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483864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348386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3483864"/>
            <a:ext cx="493776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483864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050792"/>
            <a:ext cx="4937760" cy="493776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5079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405079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5080" y="4050792"/>
            <a:ext cx="493776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05079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4937760" cy="493776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61772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Grafana / Loki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46177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5080" y="4617720"/>
            <a:ext cx="493776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61772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by Running It, Not Just Reading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s/b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183840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silently fails on SQLite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building the schema in a sandbox — switched to plain JSON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5544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4553712" y="1783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/bu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033" y="1838401"/>
            <a:ext cx="392278" cy="3922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/ passlib version mismatch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7992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every password hash — caught on first real signup call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10144" y="15544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38744" y="1783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icons/bu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065" y="1838401"/>
            <a:ext cx="392278" cy="3922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93024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“sub” never parsed to UUID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93024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surfaced when the real HTTP + RBAC chain was exercised end-to-end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1088136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0690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20" name="Text 15"/>
          <p:cNvSpPr/>
          <p:nvPr/>
        </p:nvSpPr>
        <p:spPr>
          <a:xfrm>
            <a:off x="2560320" y="4069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integration tests drive the real FastAPI app through real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and the real RBAC dependency chain — not mocked shortcuts.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Coverage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91840" cy="3931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36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fully met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verified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3840480"/>
            <a:ext cx="256032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partial · 3 not built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disclosed, not hidden)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80560" y="1554480"/>
          <a:ext cx="3749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503920" y="1965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ticket list/override · Analytics beyond core metrics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document upload UI · Auth rate limiting · PostHog usage analytics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Gaps — Disclosed, Not Hidden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848460"/>
            <a:ext cx="463601" cy="463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37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in-product way to create the first admin account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21671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always creates a student; promotion itself requires an existing admin — a real decision, not silently patched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1" descr="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991460"/>
            <a:ext cx="463601" cy="463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880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been deploy-tested for real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33101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 daemon or AWS account was available during development — every infra artifact is structurally validated, not run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4134460"/>
            <a:ext cx="463601" cy="463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023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auth endpoints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44531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prioritizable gap before any public deployment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icons/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5277460"/>
            <a:ext cx="463601" cy="4636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166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knowledge-base upload UI not built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63040" y="55961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currently reaches the index via files placed directly under knowledgebase/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start to finish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73580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560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userplu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010" y="26206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 &amp; ask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student account, submit a question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188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73580"/>
          </a:solidFill>
          <a:ln/>
        </p:spPr>
      </p:sp>
      <p:sp>
        <p:nvSpPr>
          <p:cNvPr id="10" name="Shape 7"/>
          <p:cNvSpPr/>
          <p:nvPr/>
        </p:nvSpPr>
        <p:spPr>
          <a:xfrm>
            <a:off x="4640580" y="2560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s/rob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30" y="26206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 it resolve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94760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automatically, or escalates if unsure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73580"/>
          </a:solidFill>
          <a:ln/>
        </p:spPr>
      </p:sp>
      <p:sp>
        <p:nvSpPr>
          <p:cNvPr id="15" name="Shape 11"/>
          <p:cNvSpPr/>
          <p:nvPr/>
        </p:nvSpPr>
        <p:spPr>
          <a:xfrm>
            <a:off x="7429500" y="2560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s/facul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850" y="26206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Faculty responds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83680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faculty, answer the routed ticket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7358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18420" y="2560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8770" y="26206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&amp; learn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72600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verified — it's now part of the knowledge base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22960" y="5120640"/>
            <a:ext cx="38404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documentation: docs/  ·  Task history: project-management/task_board.md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HelpDesk AI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2026-08-26T11:32:47Z</dcterms:created>
  <dcterms:modified xsi:type="dcterms:W3CDTF">2026-08-26T11:32:47Z</dcterms:modified>
</cp:coreProperties>
</file>