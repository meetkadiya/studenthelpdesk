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eetKadiya/StudentHelpdesk" TargetMode="External"/><Relationship Id="rId3" Type="http://schemas.openxmlformats.org/officeDocument/2006/relationships/hyperlink" Target="https://student-help-desk-sou.vercel.ap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10362895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484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PROJECT PRESENTATION • SILVER OAK COLLEGE OF COMPUTER APPLICATION</a:t>
            </a:r>
          </a:p>
          <a:p>
            <a:pPr>
              <a:spcAft>
                <a:spcPts val="800"/>
              </a:spcAft>
              <a:defRPr sz="2500" b="1">
                <a:solidFill>
                  <a:srgbClr val="0F172A"/>
                </a:solidFill>
              </a:defRPr>
            </a:pPr>
            <a:r>
              <a:t>AI-Powered University Student HelpDesk</a:t>
            </a:r>
            <a:br/>
            <a:r>
              <a:t>&amp; Academic Services Portal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An Integrated Full-Stack Platform with 24/7 AI Assistance, Academic Self-Services, and Plug-and-Play Dynamic UPI Fee Payment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154680"/>
            <a:ext cx="9601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3A8A"/>
                </a:solidFill>
              </a:defRPr>
            </a:pPr>
            <a:r>
              <a:t>Project Team Members: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PRAJAPATI VANSH RAJNIKANT - 2304050400074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KADIYA MEET NARESHBHAI - 2304050400024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SHRIVASTAV SUJAL RAMANBHAI - 2304050400058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PANDYA DHANY YOGESHBHAI - 2304050400070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9184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3A8A"/>
                </a:solidFill>
              </a:defRPr>
            </a:pPr>
            <a:r>
              <a:t>Academic Details: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Institute: Silver Oak College of Computer Application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Branch: Integrated M.Sc. IT (5 Years)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Academic Year: 2023 – 2027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Subject: Artificial Intelligence &amp; Intelligent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PROJECT ACCESS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Repository &amp; Live Deployment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GitHub Source Code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475569"/>
                </a:solidFill>
              </a:rPr>
              <a:t>Repository URL:
</a:t>
            </a:r>
            <a:r>
              <a:rPr sz="1200" b="1" u="sng">
                <a:solidFill>
                  <a:srgbClr val="2563EB"/>
                </a:solidFill>
                <a:hlinkClick r:id="rId2"/>
              </a:rPr>
              <a:t>https://github.com/MeetKadiya/StudentHelpdesk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1E293B"/>
                </a:solidFill>
              </a:rPr>
              <a:t>Key Highlights:
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Complete Full-Stack &amp; AI Agent Codebase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Next.js 15 App Router with Tailwind CSS &amp; RBAC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FastAPI Backend with Async SQLAlchemy &amp; Alembic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LangGraph Multi-Agent RAG Pipeline with FAISS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Docker &amp; Docker Compose Dev &amp; Production Configs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Comprehensive Test Suites &amp;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Live Cloud Deployment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475569"/>
                </a:solidFill>
              </a:rPr>
              <a:t>Application URL:
</a:t>
            </a:r>
            <a:r>
              <a:rPr sz="1200" b="1" u="sng">
                <a:solidFill>
                  <a:srgbClr val="2563EB"/>
                </a:solidFill>
                <a:hlinkClick r:id="rId3"/>
              </a:rPr>
              <a:t>https://student-help-desk-sou.vercel.app/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1E293B"/>
                </a:solidFill>
              </a:rPr>
              <a:t>Cloud Architecture &amp; Live Portals:
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Frontend: Deployed on Vercel Edge Platform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Backend API: Containerized FastAPI on Render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Database: Managed PostgreSQL &amp; pgvector on Supabase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Student Portal: Ticket Submission &amp; 24/7 AI Assistance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Faculty Portal: Grievance Escalation &amp; Answer Verification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Admin Portal: System Analytics, RBAC &amp; Routing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